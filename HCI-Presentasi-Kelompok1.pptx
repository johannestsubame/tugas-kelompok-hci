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2056-38D9-0FF3-52F6-E12F97A3B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F247A-CF8D-5BDA-B614-5BE316B01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45EAF-4944-F327-6AC4-5BA8420C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37314-CCE6-D814-494E-8E009AE8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9D8A1-C953-6353-67EA-19D39B56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025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130C-2922-8D82-D323-793AD3AF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3FB35-41DC-98E8-84A0-42A4C6E50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7DA9-A791-9F21-D08F-8D02FFEF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4437B-1FE1-53F0-ABBB-92C9E8C4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7287F-4F6D-33DA-E594-40EA5ECF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381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5C09-C71B-3569-0150-3CA0F119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BA818-F661-DDF1-253C-3FA7D9CF6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DC7D-2972-35BC-8855-FA1D9259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7820-698A-7D34-B131-DBB7A034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0E8CF-6A9E-2008-A3D6-BB051229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3265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9799-1E84-6400-5E25-4FE6EBE1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C23B-CE70-5434-58F6-944F9C77E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A9825-ECD0-D78A-3BB9-F6329DE88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0176C-A1E9-5998-F693-7218E950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F0141-D6AA-3A6F-9771-5B1E7C44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C8BAE-F64C-3C7E-F607-D8B5A6E9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776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EB69-FB11-6CA9-0258-D4FA2D6D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A2780-D4C1-786C-1473-2B5FFDB02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B1711-C4A7-5C99-CC89-183B7AA43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C36B4-E8FF-F2D6-9F91-660EEE1E6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AF018-D2AD-D7CB-BC3F-86023456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ED102-4BB7-046E-732C-65960671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CE587-3A54-8B1C-3378-57745E2B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F14ED-9F17-91F0-C94E-5920CF5F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413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2ABF-1B55-16F4-E1CC-C3289D2B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944C8-00E0-877D-16B1-8E4DDC9F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6032F-7AE6-0011-0BDB-BFC0BF95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D61A3-485B-F631-7429-F89D0152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748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30AC7-ED3A-619A-8833-A347E6DE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4E83B-6333-DB8A-03DF-597963C2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A203-CE48-0153-7C0A-0AE67953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690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1CE2-647D-3A39-9EC3-18CA7EF7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D3972-E85D-E8DE-5DCB-C14CB471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B76FE-C711-A0E5-E992-89D3E6014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486EB-3AF0-4557-7E29-F83D2003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206C2-0700-B264-2D78-A3676A9A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3EBF-862D-F630-81E5-0FA40899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897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45A4-4CE9-A257-4EED-47135806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DE0C6-5CE9-ED0C-8973-B163C8DE2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B6A54-C01E-064A-3676-0360E2B1B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3ED89-5B5D-7DB8-5218-F2EB3689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D49FE-6D48-2076-FCDF-7CFA1491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7CBF0-40C6-5157-58E1-B009DFE0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8335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36D7-8C3A-4701-0F0E-0E31E037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7666D-2BD9-BDA6-CD57-187C32F76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93678-D095-36D7-B4DB-890C41D7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1DDB-7351-EC16-40CD-0BA675A0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88EA-131B-C950-1325-0A7475F9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3328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6E5CA-782C-2E1F-D16E-8004AD2DF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53E73-1AE9-A326-BED3-6DC985283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CC616-F505-750C-654F-1CE63100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38DA4-16FD-A9BF-3F19-38EA9074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E4830-D016-D9F3-5E63-07F579A6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1324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F2D6-F207-1333-78B9-8DB5ED42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42A2B-2721-3E25-EF52-0F8164688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E191F-BD1B-72FD-636F-07292745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A87DC-11A3-8256-1A8B-DA59C5FF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D7D1C-6B29-496C-8967-979C7C54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C3CB0-D6B8-381E-3356-758008D7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30798-9933-8F27-658A-E51BF483A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6FEC6-ABB4-D19D-10DD-7E6E252D3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CB810-608F-4515-92B5-E5727C49A777}" type="datetimeFigureOut">
              <a:rPr lang="id-ID" smtClean="0"/>
              <a:t>21/11/2025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0008-91E2-7330-54BF-7B2C747C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7AAE6-21A2-B66E-3429-81C747757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F0F72-05AF-4F10-B853-8E4B8F4B27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590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D400-FEAC-9FF5-2FC0-BBC622370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3764-39A2-5F21-2D7D-AD7D16F21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8708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HCI-Presentasi-Kelompok1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Andrew</dc:creator>
  <cp:lastModifiedBy>Jonathan Andrew</cp:lastModifiedBy>
  <cp:revision>1</cp:revision>
  <dcterms:created xsi:type="dcterms:W3CDTF">2025-11-21T04:37:07Z</dcterms:created>
  <dcterms:modified xsi:type="dcterms:W3CDTF">2025-11-21T04:38:04Z</dcterms:modified>
</cp:coreProperties>
</file>